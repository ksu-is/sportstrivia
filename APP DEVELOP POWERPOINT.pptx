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D839FC-48C1-C405-E2BC-818A39127917}" v="119" dt="2026-04-30T04:24:19.2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-113637"/>
            <a:ext cx="9144000" cy="2387600"/>
          </a:xfrm>
        </p:spPr>
        <p:txBody>
          <a:bodyPr/>
          <a:lstStyle/>
          <a:p>
            <a:r>
              <a:rPr lang="en-US" dirty="0">
                <a:latin typeface="Comic Sans MS"/>
                <a:ea typeface="+mj-lt"/>
                <a:cs typeface="+mj-lt"/>
              </a:rPr>
              <a:t>Ultimate Sports </a:t>
            </a:r>
            <a:r>
              <a:rPr lang="en-US">
                <a:latin typeface="Comic Sans MS"/>
                <a:ea typeface="+mj-lt"/>
                <a:cs typeface="+mj-lt"/>
              </a:rPr>
              <a:t>Quiz Challenge</a:t>
            </a:r>
            <a:endParaRPr lang="en-US">
              <a:latin typeface="Comic Sans M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36000" y="1610038"/>
            <a:ext cx="2376000" cy="1649762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>
                <a:latin typeface="Comic Sans MS"/>
                <a:ea typeface="+mn-lt"/>
                <a:cs typeface="+mn-lt"/>
              </a:rPr>
              <a:t>A fun, interactive Python quiz game that tests sports knowledge and tracks high scores.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291B58-5E5E-7557-DCC9-EAD3AE90D7D0}"/>
              </a:ext>
            </a:extLst>
          </p:cNvPr>
          <p:cNvSpPr txBox="1"/>
          <p:nvPr/>
        </p:nvSpPr>
        <p:spPr>
          <a:xfrm>
            <a:off x="297643" y="1244999"/>
            <a:ext cx="2748642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latin typeface="Comic Sans MS"/>
                <a:ea typeface="+mn-lt"/>
                <a:cs typeface="+mn-lt"/>
              </a:rPr>
              <a:t>Multiple-choice sports trivia game </a:t>
            </a:r>
            <a:endParaRPr lang="en-US">
              <a:latin typeface="Comic Sans MS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Comic Sans MS"/>
                <a:ea typeface="+mn-lt"/>
                <a:cs typeface="+mn-lt"/>
              </a:rPr>
              <a:t>Tracks user score in real time </a:t>
            </a:r>
            <a:endParaRPr lang="en-US">
              <a:latin typeface="Comic Sans MS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Comic Sans MS"/>
                <a:ea typeface="+mn-lt"/>
                <a:cs typeface="+mn-lt"/>
              </a:rPr>
              <a:t>Saves high scores using file handling </a:t>
            </a:r>
            <a:endParaRPr lang="en-US">
              <a:latin typeface="Comic Sans MS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Comic Sans MS"/>
                <a:ea typeface="+mn-lt"/>
                <a:cs typeface="+mn-lt"/>
              </a:rPr>
              <a:t>Allows users to replay and improve </a:t>
            </a:r>
            <a:endParaRPr lang="en-US">
              <a:latin typeface="Comic Sans M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AFCD80-46BB-562B-4EBE-682C7A8676A3}"/>
              </a:ext>
            </a:extLst>
          </p:cNvPr>
          <p:cNvSpPr txBox="1"/>
          <p:nvPr/>
        </p:nvSpPr>
        <p:spPr>
          <a:xfrm>
            <a:off x="4908000" y="2397000"/>
            <a:ext cx="60960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>
                <a:solidFill>
                  <a:srgbClr val="000000"/>
                </a:solidFill>
                <a:latin typeface="Comic Sans MS"/>
              </a:rPr>
              <a:t>By: Tyler George</a:t>
            </a:r>
            <a:endParaRPr lang="en-US">
              <a:latin typeface="Comic Sans MS"/>
            </a:endParaRPr>
          </a:p>
          <a:p>
            <a:pPr algn="ctr"/>
            <a:endParaRPr lang="en-US"/>
          </a:p>
        </p:txBody>
      </p:sp>
      <p:pic>
        <p:nvPicPr>
          <p:cNvPr id="7" name="Picture 6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80AA5FF0-6B3B-1C4E-9D20-95EF9498E3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761" y="4002000"/>
            <a:ext cx="3216477" cy="2682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1CDEBB-579E-DE9D-8E3D-0E11ED761F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4609" y="3552000"/>
            <a:ext cx="5306781" cy="2994000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05E7988C-3FC5-7D95-742F-02FAD4936915}"/>
              </a:ext>
            </a:extLst>
          </p:cNvPr>
          <p:cNvSpPr/>
          <p:nvPr/>
        </p:nvSpPr>
        <p:spPr>
          <a:xfrm>
            <a:off x="3936000" y="4836000"/>
            <a:ext cx="1944000" cy="426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The Result!</a:t>
            </a:r>
          </a:p>
        </p:txBody>
      </p:sp>
      <p:pic>
        <p:nvPicPr>
          <p:cNvPr id="10" name="Picture 9" descr="A football with a white stitching on it&#10;&#10;AI-generated content may be incorrect.">
            <a:extLst>
              <a:ext uri="{FF2B5EF4-FFF2-40B4-BE49-F238E27FC236}">
                <a16:creationId xmlns:a16="http://schemas.microsoft.com/office/drawing/2014/main" id="{B69D6E82-6B70-E3AE-9B85-8AE8B711C6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0400" y="1685400"/>
            <a:ext cx="2059200" cy="2005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1D2FAD0-38EF-1E93-A7E4-A1AA6F88F6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6400" y="1607400"/>
            <a:ext cx="1807200" cy="182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Ultimate Sports Quiz Challenge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72</cp:revision>
  <dcterms:created xsi:type="dcterms:W3CDTF">2026-04-30T03:58:35Z</dcterms:created>
  <dcterms:modified xsi:type="dcterms:W3CDTF">2026-04-30T04:25:10Z</dcterms:modified>
</cp:coreProperties>
</file>